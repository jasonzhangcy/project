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586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40000"/>
                </a:solidFill>
                <a:latin typeface="微软雅黑"/>
                <a:ea typeface="微软雅黑"/>
                <a:cs typeface="微软雅黑"/>
              </a:rPr>
              <a:t>阿里云多人多Agent协作入口洞察及对华为云码道CodeArts的启示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11658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5E5E"/>
                </a:solidFill>
                <a:latin typeface="微软雅黑"/>
                <a:ea typeface="微软雅黑"/>
                <a:cs typeface="微软雅黑"/>
              </a:rPr>
              <a:t>基于2026云栖大会公开能力    Qoder对应研发任务    QoderWake对应数字员工与云工位    千问办公对应企业上下文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" y="676656"/>
            <a:ext cx="3850538" cy="4370832"/>
          </a:xfrm>
          <a:prstGeom prst="roundRect">
            <a:avLst>
              <a:gd name="adj" fmla="val 4500"/>
            </a:avLst>
          </a:prstGeom>
          <a:solidFill>
            <a:srgbClr val="FFC400"/>
          </a:solidFill>
          <a:ln w="15875">
            <a:solidFill>
              <a:srgbClr val="E2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731520"/>
            <a:ext cx="361279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Qoder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969264"/>
            <a:ext cx="3612794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40000"/>
                </a:solidFill>
                <a:latin typeface="微软雅黑"/>
                <a:ea typeface="微软雅黑"/>
                <a:cs typeface="微软雅黑"/>
              </a:rPr>
              <a:t>研发任务入口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207007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9月23日企业版内测。项目承载目标、仓库与Issue看板，状态覆盖待规划至待验收。仓库可后补，支持Agent创建；成员目前通过链接加入。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097024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可从Issue发起并带入背景。同事与自有Agent、Agent Team同场评审，结论标为关键消息后回写。Agent在本机执行，需保持在线，且仅所有者可@。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987040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云端衔接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同日发布云端自动化，可配置定时任务并在桌面回看。Cloud Agents以托管沙箱运行长任务，支持恢复与审计。讨论中的Agent目前仍在本机执行。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" y="3904488"/>
            <a:ext cx="3704234" cy="1078992"/>
          </a:xfrm>
          <a:prstGeom prst="roundRect">
            <a:avLst>
              <a:gd name="adj" fmla="val 8000"/>
            </a:avLst>
          </a:prstGeom>
          <a:solidFill>
            <a:srgbClr val="C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3557930" cy="9875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产品战略意图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将编码智能体从个人助手升级为研发团队的任务入口。项目负责拆解跟踪，讨论沉淀可追溯决策，智能体团队按角色执行，云端能力为执行上云预留路径。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0578" y="676656"/>
            <a:ext cx="3850538" cy="4370832"/>
          </a:xfrm>
          <a:prstGeom prst="roundRect">
            <a:avLst>
              <a:gd name="adj" fmla="val 4500"/>
            </a:avLst>
          </a:prstGeom>
          <a:solidFill>
            <a:srgbClr val="FFC400"/>
          </a:solidFill>
          <a:ln w="15875">
            <a:solidFill>
              <a:srgbClr val="E2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9450" y="731520"/>
            <a:ext cx="361279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QoderWake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9450" y="969264"/>
            <a:ext cx="3612794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40000"/>
                </a:solidFill>
                <a:latin typeface="微软雅黑"/>
                <a:ea typeface="微软雅黑"/>
                <a:cs typeface="微软雅黑"/>
              </a:rPr>
              <a:t>数字员工与云工位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9450" y="1207007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多人多Agent协同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Waker具备岗位、权限与可追溯档案。Group由Leader分派，成员按目录执行并汇回同一任务。公开项目供多Waker共享仓库，并行修改以分支隔离。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9450" y="2097024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结合IM能力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以@Waker接入钉钉、飞书，覆盖群聊、单聊，并支持定时、事件与API触发。群共享、成员与单聊记忆隔离，私聊口径不扩散为全群规则。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9450" y="2987040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长期记忆与自进化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已有个人、项目、群共享、成员、单聊五层记忆，可审阅、纠正与回滚。时间线记录成长；自进化沉淀Skill，并以降权、合并、撤回防止腐化。企业记忆尚未单列。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3730" y="3904488"/>
            <a:ext cx="3704234" cy="1078992"/>
          </a:xfrm>
          <a:prstGeom prst="roundRect">
            <a:avLst>
              <a:gd name="adj" fmla="val 8000"/>
            </a:avLst>
          </a:prstGeom>
          <a:solidFill>
            <a:srgbClr val="C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6882" y="3959352"/>
            <a:ext cx="3557930" cy="9875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产品战略意图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将Agent定义为可持续在岗的组织成员。身份、记忆与技能属于员工，本机或云电脑/ECS属于工位。常驻运行持续占用CPU、存储与网络；现阶段为客户自有云主机。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1700" y="676656"/>
            <a:ext cx="3850538" cy="4370832"/>
          </a:xfrm>
          <a:prstGeom prst="roundRect">
            <a:avLst>
              <a:gd name="adj" fmla="val 4500"/>
            </a:avLst>
          </a:prstGeom>
          <a:solidFill>
            <a:srgbClr val="FFC400"/>
          </a:solidFill>
          <a:ln w="15875">
            <a:solidFill>
              <a:srgbClr val="E2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72" y="731520"/>
            <a:ext cx="361279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千问办公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0572" y="969264"/>
            <a:ext cx="3612794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40000"/>
                </a:solidFill>
                <a:latin typeface="微软雅黑"/>
                <a:ea typeface="微软雅黑"/>
                <a:cs typeface="微软雅黑"/>
              </a:rPr>
              <a:t>企业上下文与办公协同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0572" y="1207007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企业上下文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9月22日发布。将文档、会议、群聊压缩为当前任务所需信息，并随业务更新。古茗用于门店规范查询；富立卡由查询、报价、合同三名数字员工共享同一笔业务。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0572" y="2097024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多人多Agent协同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协作空间汇聚群聊、文档、知识库及人与数字员工，Agent可相互分工，产出留在同一空间。数字员工具备负责人、授权与生命周期，高危操作需人工审批。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572" y="2987040"/>
            <a:ext cx="3612794" cy="871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安全与工作台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C2C2C"/>
                </a:solidFill>
                <a:latin typeface="微软雅黑"/>
                <a:ea typeface="微软雅黑"/>
                <a:cs typeface="微软雅黑"/>
              </a:rPr>
              <a:t>安全中心提供沙箱边界、高危审批、误删恢复与敏感识别。另有多人工作台，可用自然语言生成最多百人协作的业务流程网页。项目同场协作仍处灰度。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4852" y="3904488"/>
            <a:ext cx="3704234" cy="1078992"/>
          </a:xfrm>
          <a:prstGeom prst="roundRect">
            <a:avLst>
              <a:gd name="adj" fmla="val 8000"/>
            </a:avLst>
          </a:prstGeom>
          <a:solidFill>
            <a:srgbClr val="C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8004" y="3959352"/>
            <a:ext cx="3557930" cy="9875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产品战略意图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布局重点是企业上下文与办公协作现场。即时通讯承担人机入口，上下文提供数据底座，托管运行时负责执行。入口成立后，研发协作也可能被纳入同一套企业上下文。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" y="5157216"/>
            <a:ext cx="11752783" cy="1444752"/>
          </a:xfrm>
          <a:prstGeom prst="roundRect">
            <a:avLst>
              <a:gd name="adj" fmla="val 4000"/>
            </a:avLst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5221224"/>
            <a:ext cx="11496751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观点（给码道CodeArts的启示）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阿里云正以三个入口同时布局多人多Agent。码道宜依托CodeArts既有的项目、仓库、流水线与缺陷体系，守住工程上下文，并补齐以下三项能力。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" y="5742431"/>
            <a:ext cx="310896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7A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337505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建成研发协作房间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980176"/>
            <a:ext cx="375909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工作项、讨论与Agent团队纳入同一链路，结论可标记、回写并验收。支持通讯录邀请和授权调用，执行默认运行在云上。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16298" y="5742431"/>
            <a:ext cx="310896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7A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2058" y="5724144"/>
            <a:ext cx="337505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建立分层记忆与工程上下文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6298" y="5980176"/>
            <a:ext cx="375909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个人、群、项目记忆可编辑、可回滚。企业层覆盖仓库约定、架构决策、流水线与缺陷，办公知识按任务取用。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5124" y="5742431"/>
            <a:ext cx="310896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7A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0884" y="5724144"/>
            <a:ext cx="337505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以云工位带动通算资源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5124" y="5980176"/>
            <a:ext cx="375909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长任务与多Agent并行可运行于本机、客户云主机或托管沙箱。以时长、存储、仓库与IM流量带动CPU、存储和网络，数据是否出域由客户决定。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" y="6656832"/>
            <a:ext cx="11752783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5E5E"/>
                </a:solidFill>
                <a:latin typeface="微软雅黑"/>
                <a:ea typeface="微软雅黑"/>
                <a:cs typeface="微软雅黑"/>
              </a:rPr>
              <a:t>内部研讨  ·  截至2026年9月26日  ·  能力依据官方文档与云栖大会公开信息，规模及效果数据为厂商口径  ·  云工位现阶段指客户自有云电脑/ECS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阿里云多人多Agent协作入口洞察及对华为云码道CodeArts的启示</dc:title>
  <dc:subject>Qoder、QoderWake、千问办公竞争洞察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